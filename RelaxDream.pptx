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9B577-5FF4-9A25-6C06-BE99E3526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698653-EC80-143B-5D81-F0F7FCD74D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D48FF9-4C25-97B6-03EA-D9DC2320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4D245-4340-BCD8-CFCF-3B622156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4C2638-FA0A-7721-CEFF-DA59D7C82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10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FADE0F-B4AC-2F6B-2A6E-2E0B98B0B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1CA282-33B3-605B-60BB-ED6BE7EEE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AB858A-898D-E551-2163-A7BF2BBFB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76D4D-26DC-350B-E438-18A919E41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F4F076-9CFB-5E4E-E9BE-AA5DCE7E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90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CAAAE8-49BE-1B17-0D5F-7A36910A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4C248D-7649-660D-2254-499840248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70AA70-8104-C7D5-5856-0E789B3E2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9F42AF-7A75-A077-570B-FFEB6D38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5B039E-18BA-8CD5-B7E1-AED3BDD3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751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72CB6-0E07-70A1-9950-53F26877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65D8C6-37DE-3B38-9154-D530F01E1B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0AD14B-A4C3-0937-1F62-F543E6A38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7776C6F-7E6E-9059-0F98-A9F0AE3E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10D7D97-7C8E-9472-F140-E45BA1B7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F35F9F-C79C-3BC4-EFAA-1EDBA3FBE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44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64564A-0A2A-D9F8-3173-5D9B9000C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A5ECE7-30E6-2B88-6B41-FF1ED0698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6FFF4E-C72E-6C09-BFAC-3FDDB40BB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2F9DC84-FAC1-E7B2-1578-A9170223A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EBB0683-304E-8CAE-55D2-A9BA5A0549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019890-3F3B-426C-04F4-51406DF4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6E33715-19EC-0911-1012-5E57BC39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9FE4BFA-0B21-8807-5E4A-63A0AC7E4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9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E3516E-4DE6-437C-729C-C1C574614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E4AAE79-8BDA-734A-E55B-7F72DE2C6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76B5BAD-E869-4BCB-EBF3-3B302864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AE32A60-FCF2-4A1D-FE91-70A6997C3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141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5C83740-AE97-85B5-CB94-FD5CA70C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F7D156A-ED24-A670-75C7-DC0F8DF41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3A3FE7-354D-6BFE-DB0B-565951586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1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C822A-A62A-055C-F1EA-F513A58E5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E63F76-9071-8DF4-B488-A935AAB22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3121F5A-9ECB-34DD-B86B-040820638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0694C1-DEF5-CC0D-4B25-2DB200C0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73D3A3-3A0C-C14E-DEA8-20B78688E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17E5257-97C2-2229-DA86-545B95D6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15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5565EC-CBA1-E423-FC18-80711ACDA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8FCC9F-F5EF-E3CC-C827-7A34832ED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2EE856-8230-9503-C827-9095D8919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F9A259-05BF-FDA7-35F3-A3672B7F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F40A3C-618A-404D-CE1B-266A3770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4EA01C-AC33-EB6B-6D6C-CB6E1929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57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1E475-6BA0-BE0F-48BF-2FACE9383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C230A5-B846-8159-AD48-267D40EE04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E2728-1391-D34D-30D9-CB091BC6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F1BB07-A195-B4EE-DD5F-1793E7FC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CE25A9-311E-1AF0-F9DA-A0E425BF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5198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CD9487-C87A-E2BF-7A73-719A6329BE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1C15A2-A303-6316-E118-D5741D2A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689898-4AE3-4431-2875-9491B9117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A11674-B0F7-9ED7-67B1-330D29826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D29B3-60C3-9313-FB8A-B117163F7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4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650FC-A296-1138-2819-3935FA9B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C53F044-25AD-DB29-A850-BF948E2DB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CA57F-22D2-23E3-5BC1-52A7CB834B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FE1E36-9D81-4FA3-8687-1AC6FE695987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FBE2DE-6EAC-8A40-1797-87BE26695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15B457-D513-9BF6-6D4A-45F156090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45E89-4CB3-4A9B-8BD4-853E46E8CD8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930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70C8B-5680-3FCE-8176-10F693714F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RelaxDream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F50921-2D84-3E23-17BA-2A2AD75330F7}"/>
              </a:ext>
            </a:extLst>
          </p:cNvPr>
          <p:cNvSpPr txBox="1"/>
          <p:nvPr/>
        </p:nvSpPr>
        <p:spPr>
          <a:xfrm>
            <a:off x="13981" y="5934670"/>
            <a:ext cx="3020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PipipupuTeam</a:t>
            </a:r>
            <a:endParaRPr lang="en-US" dirty="0"/>
          </a:p>
          <a:p>
            <a:r>
              <a:rPr lang="ru-RU" dirty="0"/>
              <a:t>Драгунский Владислав </a:t>
            </a:r>
            <a:r>
              <a:rPr lang="ru-RU" dirty="0" err="1"/>
              <a:t>Шермазанян</a:t>
            </a:r>
            <a:r>
              <a:rPr lang="ru-RU" dirty="0"/>
              <a:t> Игорь</a:t>
            </a:r>
          </a:p>
        </p:txBody>
      </p:sp>
    </p:spTree>
    <p:extLst>
      <p:ext uri="{BB962C8B-B14F-4D97-AF65-F5344CB8AC3E}">
        <p14:creationId xmlns:p14="http://schemas.microsoft.com/office/powerpoint/2010/main" val="59758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97117-F68A-FAD3-4BDD-7FBD22BCF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7055"/>
          </a:xfrm>
        </p:spPr>
        <p:txBody>
          <a:bodyPr/>
          <a:lstStyle/>
          <a:p>
            <a:r>
              <a:rPr lang="ru-RU" dirty="0"/>
              <a:t>Проблема и 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244071-7B14-8A6D-5B4A-E0E97C72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Множество людей страдает от бессонницы, наш проект поможет пользователям справиться с ней. Наше приложение предлагает пользователю ряд различных звуков, мелодий и песен, способных помочь уснуть. Устанавливая наше приложение вы получите три раздела звуковых эффектов:</a:t>
            </a:r>
          </a:p>
          <a:p>
            <a:r>
              <a:rPr lang="ru-RU" sz="2400" dirty="0"/>
              <a:t>Звуки природы</a:t>
            </a:r>
          </a:p>
          <a:p>
            <a:r>
              <a:rPr lang="ru-RU" sz="2400" dirty="0"/>
              <a:t>Мелодии без слов</a:t>
            </a:r>
          </a:p>
          <a:p>
            <a:r>
              <a:rPr lang="ru-RU" sz="2400" dirty="0"/>
              <a:t>Спокойные песни</a:t>
            </a:r>
          </a:p>
          <a:p>
            <a:pPr marL="0" indent="0">
              <a:buNone/>
            </a:pPr>
            <a:r>
              <a:rPr lang="ru-RU" sz="2400" dirty="0"/>
              <a:t>Вы можете выбрать любую категорию и слушать подборку из неё.</a:t>
            </a:r>
          </a:p>
        </p:txBody>
      </p:sp>
    </p:spTree>
    <p:extLst>
      <p:ext uri="{BB962C8B-B14F-4D97-AF65-F5344CB8AC3E}">
        <p14:creationId xmlns:p14="http://schemas.microsoft.com/office/powerpoint/2010/main" val="2605835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DD41B-6BBC-0790-A3DE-B9F817E7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разработки 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B7A69-AF70-75B3-30D3-AA575899B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Мы создавали наше приложение на языке программирования </a:t>
            </a:r>
            <a:r>
              <a:rPr lang="en-US" sz="2400" dirty="0"/>
              <a:t>Java</a:t>
            </a:r>
            <a:r>
              <a:rPr lang="ru-RU" sz="2400" dirty="0"/>
              <a:t>, используя </a:t>
            </a:r>
            <a:r>
              <a:rPr lang="en-US" sz="2400" dirty="0"/>
              <a:t>c</a:t>
            </a:r>
            <a:r>
              <a:rPr lang="ru-RU" sz="2400" dirty="0" err="1"/>
              <a:t>реду</a:t>
            </a:r>
            <a:r>
              <a:rPr lang="ru-RU" sz="2400" dirty="0"/>
              <a:t> разработки </a:t>
            </a:r>
            <a:r>
              <a:rPr lang="en-US" sz="2400" dirty="0"/>
              <a:t>Android Studio</a:t>
            </a:r>
            <a:r>
              <a:rPr lang="ru-RU" sz="2400" dirty="0"/>
              <a:t>. </a:t>
            </a:r>
          </a:p>
          <a:p>
            <a:pPr marL="0" indent="0">
              <a:buNone/>
            </a:pPr>
            <a:r>
              <a:rPr lang="ru-RU" sz="2400" dirty="0"/>
              <a:t>Распределив задачи, мы достаточно быстро смогли реализовать макет приложения</a:t>
            </a:r>
            <a:r>
              <a:rPr lang="en-US" sz="2400" dirty="0"/>
              <a:t>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За выделенное время мы не </a:t>
            </a:r>
            <a:r>
              <a:rPr lang="ru-RU" sz="2400" dirty="0" err="1"/>
              <a:t>упели</a:t>
            </a:r>
            <a:r>
              <a:rPr lang="ru-RU" sz="2400" dirty="0"/>
              <a:t> реализовать весь функционал приложения, но мы будет развивать его дальше.</a:t>
            </a:r>
          </a:p>
          <a:p>
            <a:pPr marL="0" indent="0">
              <a:buNone/>
            </a:pPr>
            <a:r>
              <a:rPr lang="ru-RU" sz="2400" dirty="0"/>
              <a:t>На данный момент в нашем приложении вы можете слушать аудиофайлы с вашего устройства, в будущем мы планируем добавить все то что планировалось изначально и в приложении будут встроенные </a:t>
            </a:r>
            <a:r>
              <a:rPr lang="ru-RU" sz="2400"/>
              <a:t>звуковые дорожки.</a:t>
            </a:r>
            <a:endParaRPr lang="ru-RU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922841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148</Words>
  <Application>Microsoft Office PowerPoint</Application>
  <PresentationFormat>Широкоэкранный</PresentationFormat>
  <Paragraphs>14</Paragraphs>
  <Slides>3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Тема Office</vt:lpstr>
      <vt:lpstr>RelaxDream</vt:lpstr>
      <vt:lpstr>Проблема и идея проекта</vt:lpstr>
      <vt:lpstr>Процесс разработки приложения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RelaxDream</dc:title>
  <dc:creator>Ученик 035 Корп.11</dc:creator>
  <cp:lastModifiedBy>Ученик 035 Корп.11</cp:lastModifiedBy>
  <cp:revision>2</cp:revision>
  <dcterms:created xsi:type="dcterms:W3CDTF">2024-01-20T13:44:18Z</dcterms:created>
  <dcterms:modified xsi:type="dcterms:W3CDTF">2024-01-20T14:52:51Z</dcterms:modified>
</cp:coreProperties>
</file>